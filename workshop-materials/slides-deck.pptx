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VENTURE BUILDER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Scale. Support.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with AI agents.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osmAgent   |   osmAPI   |   osmTalk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osmAgent on the projector.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venture. Start the timer.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274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05:00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Logo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Tagline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2024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37160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pages, Pricing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2024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site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70+ lang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371600"/>
            <a:ext cx="192024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37160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real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just saw took 5 minutes.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That Would Have Cost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3–6 months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5–50 lakhs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 people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292608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minutes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person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Walk Out With at 5 PM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idea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94560"/>
                </a:solidFill>
              </a:rPr>
              <a:t>→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212080" y="1280160"/>
            <a:ext cx="3200400" cy="16459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live venture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taking customer calls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prototype. Not a pitch deck. Not a plan.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business.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Toolkit — 3 Platforms, 1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osmAgent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tell it what to build.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BUILDER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osmTalk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on site.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on phone.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on WhatsApp.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24/7.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WORKFORCE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osmAPI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14+ AI models.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billing.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Indian-first.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ENGINE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Today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screen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B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BUILD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on your laptop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REVIEW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ventures on screen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self-grades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7 modules = 1 complete venture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Get You 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osmAPI.com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→ Verify email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app.osmtalk.com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→ Verify email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osmAgent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chatting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Raise your hand.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YOUR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MILLION-DOLLAR IDEA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 |  10:00 – 10:45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5-Point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idea pass?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delivered or orchestrated digitally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find you via website + chat + calls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collected online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automated via AI (text + voice)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run on agents + minimal human oversight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out of 5?  You're building it today.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Your Arena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PURELY ONLINE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Tutoring Academy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Coaching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Consultation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Agency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Concierge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Coaching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Bookkeeping Service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Agency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Service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Store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Micro-Tool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+ OFFLINE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Services Marketplace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Brokerage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Clinic System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/ Cloud Kitchen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/ Spa Booking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Repair Management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&amp; Events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School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 Services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Institute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Delivery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ideas in your workbook. Or bring your own.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osmAgent Builds For Each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description + target customer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services with pricing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estimate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456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angle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one paragraph. It returns a business plan.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1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problem being solved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target customer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Viable revenue model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agent-creatable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differentiation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BRAND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20 MINUTES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 |  10:45 – 11:30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 Brand Agency Delivers in 3 Weeks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Business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Logo (3 concepts)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Color Palette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Brand Voice Guidelines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Tagline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Social Media Bios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Terms of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Privacy Policy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 3 weeks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 Rs. 50K – 2L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osmAgent:  10 minutes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 Rs. 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/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108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(9:30 AM)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identity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online presence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legal docs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108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(11:30 AM)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name ✓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logo ✓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defined ✓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that converts ✓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 + Privacy Policy 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50K – 2,00,000  →  Rs. 0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2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is memorable and relevant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 is professional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voice is consistent and distinct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Tagline communicates value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brand cohesion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 — 15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Stretch. Grab chai.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already looks better than most funded startups.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15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717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2" name="Text 10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182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5" name="Text 13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9194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206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1" name="Text 19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121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23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7 done. Next: your home on the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DIGITAL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STOREFRONT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 |  11:45 – 12:30  |  Live in 20 minutes.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Website That Converts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visitors see in the first 5 seconds decides everything.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3108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737360"/>
            <a:ext cx="5852160" cy="1188720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7830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 HEADLINE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 What you do. Who it's for.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3200400"/>
            <a:ext cx="1737360" cy="731520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200400"/>
            <a:ext cx="1737360" cy="731520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3200400"/>
            <a:ext cx="1737360" cy="731520"/>
          </a:xfrm>
          <a:prstGeom prst="rect">
            <a:avLst/>
          </a:prstGeom>
          <a:solidFill>
            <a:srgbClr val="1A1A40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ends with a CTA. No dead ends.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3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value proposition above the fold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 design, matches brand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 and pricing clearly presented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CTA on every page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Looks great on mobile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RECEPTIONIST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 |  12:30 – 1:00  |  Never miss a customer.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3:47 AM.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 visitor: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you deliver to Kondapur?"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31920" cy="21945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94560"/>
            <a:ext cx="39319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osmTalk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reply until morning.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gone.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931920" cy="21945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194560"/>
            <a:ext cx="393192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osmTalk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"Yes! We deliver to Kondapur.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to see 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plans?"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stays. Books. Pays.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4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greets naturally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service questions accurately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unknown questions gracefully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voice is consistent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/20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6949440" cy="36576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1:00 PM.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venture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brand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live website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 AI chatbot answering customer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funded startups don't reach this in 3 months.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did it in 3 hours.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 — 1 HOUR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QR. Visit each other's websites.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the bots. Try to break them.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Network. Steal ideas. That's encouraged.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15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717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182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9194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206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1" name="Text 19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121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23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7 done. The afternoon is where it gets wild.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VOICE OF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BUSINESS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 |  2:00 – 2:50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Phone 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to Ring.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Dial the osmTalk voice agent on speakerphone.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calls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5176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4632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31089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040880" y="3840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days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Agents. One Workforce.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AGENT (Inbound)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inbound calls. Books appointments. Handles inquiries in 70+ languages.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AGENT (Outbound)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job applicants. Asks 5 qualifying questions. Scores and ranks candidates.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566160"/>
            <a:ext cx="54864" cy="10058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57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AGENT (Messaging)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Greets new messages. Answers FAQs. Nurtures leads with follow-ups.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— built in 25 minutes.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numbers with your neighbor.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 YOUR voice agent.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call THEIRS.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each other honestly.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neighbor's AI sounds better than yours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them what they did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5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 greeting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inquiries naturally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caller info correctly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Multilingual readiness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Recruiting script is thorough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GROWTH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 |  2:50 – 3:40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Your Customers Come From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posts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blast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SEO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B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THEM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visit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chat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sequence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B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27432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consult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offer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payment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box is powered by an AI agent. Zero require you to be awake.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 of Content.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Generated Now.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One prompt in osmAgent.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posts stream out: headlines, copy, hashtags, times.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 media manager costs Rs. 30–60K/month.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took 45 seconds.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WhatsApp Advantage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open rate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22860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open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would you rather reach your customer?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6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is relevant to target audience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campaign: persuasive, not pushy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Outbound script: natural and professional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has clear progression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lead sources identified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237744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 — 10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module left. You're 90% there.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15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1717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717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13182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182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409194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9194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505206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206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601218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1218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72300" y="37490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2300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7 done. Let's close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ME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 |  3:50 – 4:40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600200" cy="18288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16002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finds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/ WhatsApp / Google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73736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29968" y="1188720"/>
            <a:ext cx="1600200" cy="18288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9" name="Shape 7"/>
          <p:cNvSpPr/>
          <p:nvPr/>
        </p:nvSpPr>
        <p:spPr>
          <a:xfrm>
            <a:off x="2029968" y="1188720"/>
            <a:ext cx="1600200" cy="4572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0" name="Text 8"/>
          <p:cNvSpPr/>
          <p:nvPr/>
        </p:nvSpPr>
        <p:spPr>
          <a:xfrm>
            <a:off x="2121408" y="13716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 website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21408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/ services / pricing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0168" y="173736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85616" y="1188720"/>
            <a:ext cx="1600200" cy="18288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85616" y="1188720"/>
            <a:ext cx="1600200" cy="45720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13716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 with bot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77056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/ pricing / CTA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85816" y="173736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1188720"/>
            <a:ext cx="1600200" cy="18288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541264" y="1188720"/>
            <a:ext cx="1600200" cy="4572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20" name="Text 18"/>
          <p:cNvSpPr/>
          <p:nvPr/>
        </p:nvSpPr>
        <p:spPr>
          <a:xfrm>
            <a:off x="5632704" y="13716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/ buys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32704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payment link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41464" y="173736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96912" y="1188720"/>
            <a:ext cx="1600200" cy="18288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96912" y="1188720"/>
            <a:ext cx="1600200" cy="45720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25" name="Text 23"/>
          <p:cNvSpPr/>
          <p:nvPr/>
        </p:nvSpPr>
        <p:spPr>
          <a:xfrm>
            <a:off x="7388352" y="13716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88352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/ voice / escalation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step: automated.  Every step: branded.  Every step: built by you today.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Handles What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6583680" cy="914400"/>
          </a:xfrm>
          <a:prstGeom prst="rect">
            <a:avLst/>
          </a:prstGeom>
          <a:solidFill>
            <a:srgbClr val="4ECCA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— AI handles  80%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FAQs, tracking, scheduling, bookings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291840" cy="91440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— AI + Human  15%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Complaints, refunds, complex issues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371600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 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handles 80%. You step in for the 20% that matters most.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7 — Grade Your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flow is clear and functional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bot handles post-sale queries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support is empathetic and helpful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docs are comprehensive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8C8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experience is seamless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206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/25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WALKTHROUGH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participants. Full customer journey.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→ Chatbot → Voice call → Payment → Support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"Would you buy from this business?"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Up Your Score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1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Idea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2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Brand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3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Website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4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Chatbot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5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Voice AI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6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Growth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</a:rPr>
                        <a:t>Module 7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</a:rPr>
                        <a:t>Money &amp; Ops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C5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___ /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TOTAL:  ___ / 170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217920" y="1097280"/>
            <a:ext cx="2468880" cy="320040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145+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2376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Launch-ready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C8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115-144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there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85-114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foundation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85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2376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start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Cost of What You Built Today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YOU BUILT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OLD WAY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WAY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Brand identity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50K – 2L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Website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50K – 5L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Chatbot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20K–1L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2–5K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Voice 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1–3L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5–15K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Lead 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50K–2L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5–10K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Sales funnel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30K–1L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50K–2L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5–10K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8C8E0"/>
                          </a:solidFill>
                        </a:rPr>
                        <a:t>Recruiting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94560"/>
                          </a:solidFill>
                        </a:rPr>
                        <a:t>Rs. 1–3L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ECCA3"/>
                          </a:solidFill>
                        </a:rPr>
                        <a:t>Rs. 5–10K /mo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C542"/>
                          </a:solidFill>
                        </a:rPr>
                        <a:t>YEAR 1 TOTAL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</a:rPr>
                        <a:t>Rs. 5–20 LAKHS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4ECCA3"/>
                          </a:solidFill>
                        </a:rPr>
                        <a:t>Rs. 20–50K /mo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4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output. 10–40x cheaper.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Next 7 Days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097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website + chatbot. Fix the gaps.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pricing. Set up UPI payment links.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first 5 social media posts.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launch campaign to 50 contacts.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lead gen voice agent. 20 calls.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end-to-end test. 3 friends try everything.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6949440" cy="40233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0" y="9144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chatbot is answering questions.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645920" y="14173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voice agent is taking calls.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WhatsApp bot is nurturing leads.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2423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 is converting visitors.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30175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sleeping.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3566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That's the point.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Community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2743200" cy="201168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3716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QR CODE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classmates are now your first support network.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wins. Ask questions. Trade customers.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osmAgent: osmAPI.com/docs   |   osmTalk: osmtalk.com/docs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week ago, this venture didn't exist.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 has a brand, a website,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8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workforce, and a growth engine.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question is 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are you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launching?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Venture Builder Masterclass</dc:title>
  <dc:subject>PptxGenJS Presentation</dc:subject>
  <dc:creator>Arjun</dc:creator>
  <cp:lastModifiedBy>Arjun</cp:lastModifiedBy>
  <cp:revision>1</cp:revision>
  <dcterms:created xsi:type="dcterms:W3CDTF">2026-04-16T20:35:25Z</dcterms:created>
  <dcterms:modified xsi:type="dcterms:W3CDTF">2026-04-16T20:35:25Z</dcterms:modified>
</cp:coreProperties>
</file>